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48" y="10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79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32E3F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FFC107"/>
          </a:solidFill>
          <a:ln/>
        </p:spPr>
      </p:sp>
      <p:pic>
        <p:nvPicPr>
          <p:cNvPr id="6" name="Image 0" descr="/home/claude/pptx/icon_zap_1B24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8540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774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Presupuestos</a:t>
            </a:r>
            <a:r>
              <a:rPr lang="en-US" sz="4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para </a:t>
            </a:r>
            <a:r>
              <a:rPr lang="en-US" sz="4400" b="1" dirty="0" err="1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Electricistas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(</a:t>
            </a:r>
            <a:r>
              <a:rPr lang="en-US" sz="1800" dirty="0" err="1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generada</a:t>
            </a:r>
            <a:r>
              <a:rPr lang="en-US" sz="1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integramente</a:t>
            </a:r>
            <a:r>
              <a:rPr lang="en-US" sz="1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Claude) </a:t>
            </a:r>
            <a:r>
              <a:rPr lang="en-US" sz="1800" dirty="0" err="1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arma cotizaciones eléctricas en minutos, con los precios de mano de obra siempre al día </a:t>
            </a:r>
            <a:r>
              <a:rPr lang="en-US" sz="1800" dirty="0" err="1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 a la </a:t>
            </a:r>
            <a:r>
              <a:rPr lang="en-US" sz="1800" dirty="0" err="1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</a:t>
            </a:r>
            <a:r>
              <a:rPr lang="en-US" sz="1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AAIERIC (</a:t>
            </a:r>
            <a:r>
              <a:rPr lang="es-ES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 Argentina de Instaladores Electricistas Residenciales, Industriales y Comerciales).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producto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Cotizar trabajos eléctricos a mano consume tiempo y abre la puerta al error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12848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6" name="Image 0" descr="/home/claude/pptx/icon_clock_FFC1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37926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762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lento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54203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cada presupuesto en Word o Excel, ítem por ítem, cada vez desde cero.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9202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212848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1" name="Image 1" descr="/home/claude/pptx/icon_percent_FFC1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01" y="237926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1762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desactualizados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178040" y="254203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AAIERIC actualiza la mano de obra todos los meses; es fácil cotizar con valores viejos.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178808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6" name="Image 2" descr="/home/claude/pptx/icon_dollar_FFC1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821" y="43452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42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a ojo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50799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cálculo automático, cuesta saber al instante si el presupuesto conviene.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38862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178808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21" name="Image 3" descr="/home/claude/pptx/icon_filetext_FFC1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501" y="434522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142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poco prolija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178040" y="450799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y compartir un documento con buena presentación implica pasos extra.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de un solo archivo HTML que arma, calcula y exporta presupuestos eléctricos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2834640"/>
            <a:ext cx="1005840" cy="1005840"/>
          </a:xfrm>
          <a:prstGeom prst="ellipse">
            <a:avLst/>
          </a:prstGeom>
          <a:solidFill>
            <a:srgbClr val="232E3F"/>
          </a:solidFill>
          <a:ln/>
        </p:spPr>
      </p:sp>
      <p:pic>
        <p:nvPicPr>
          <p:cNvPr id="5" name="Image 0" descr="/home/claude/pptx/icon_percent_FFC1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118" y="309615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231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4023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Actualizás precios AAIERIC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926080" y="3337560"/>
            <a:ext cx="70104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4175760" y="2834640"/>
            <a:ext cx="1005840" cy="1005840"/>
          </a:xfrm>
          <a:prstGeom prst="ellipse">
            <a:avLst/>
          </a:prstGeom>
          <a:solidFill>
            <a:srgbClr val="232E3F"/>
          </a:solidFill>
          <a:ln/>
        </p:spPr>
      </p:sp>
      <p:pic>
        <p:nvPicPr>
          <p:cNvPr id="10" name="Image 1" descr="/home/claude/pptx/icon_layers_FFC1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278" y="3096158"/>
            <a:ext cx="482803" cy="482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273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89960" y="4023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Armás el presupuesto con catálogo y combos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730240" y="3337560"/>
            <a:ext cx="70104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6979920" y="2834640"/>
            <a:ext cx="1005840" cy="1005840"/>
          </a:xfrm>
          <a:prstGeom prst="ellipse">
            <a:avLst/>
          </a:prstGeom>
          <a:solidFill>
            <a:srgbClr val="232E3F"/>
          </a:solidFill>
          <a:ln/>
        </p:spPr>
      </p:sp>
      <p:pic>
        <p:nvPicPr>
          <p:cNvPr id="15" name="Image 2" descr="/home/claude/pptx/icon_dollar_FFC1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1438" y="3096158"/>
            <a:ext cx="482803" cy="482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314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294120" y="4023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Calculás margen y moneda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534400" y="3337560"/>
            <a:ext cx="70104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9784080" y="2834640"/>
            <a:ext cx="1005840" cy="1005840"/>
          </a:xfrm>
          <a:prstGeom prst="ellipse">
            <a:avLst/>
          </a:prstGeom>
          <a:solidFill>
            <a:srgbClr val="232E3F"/>
          </a:solidFill>
          <a:ln/>
        </p:spPr>
      </p:sp>
      <p:pic>
        <p:nvPicPr>
          <p:cNvPr id="20" name="Image 3" descr="/home/claude/pptx/icon_share_FFC1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5598" y="3096158"/>
            <a:ext cx="482803" cy="482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835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098280" y="4023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Exportás y compartís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" y="5943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funciona en el celular o la compu, sin internet ni servidor.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3" name="Image 0" descr="/home/claude/pptx/icon_percent_FFC1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738835"/>
            <a:ext cx="351130" cy="3511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Precios AAIERIC, siempre al día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ítems base de mano de obra precargados. Ya no dependés de leer un PDF cada mes.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217627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AAIERIC publica la variación porcentual del mes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29535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Ingresás ese porcentaje una sola vez en la app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0080" y="3749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325880" y="37307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recalcula los 91 ítems automáticamente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40080" y="4526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B2430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325880" y="45079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 equivocaste? Podés deshacer el último ajuste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4008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copiar y pegar tablas a mano. Sin margen para dejar un ítem desactualizado.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FFC107"/>
          </a:solidFill>
          <a:ln/>
        </p:spPr>
      </p:sp>
      <p:pic>
        <p:nvPicPr>
          <p:cNvPr id="3" name="Image 0" descr="/home/claude/pptx/icon_layers_1B24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738835"/>
            <a:ext cx="351130" cy="3511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propio y combos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Armá el presupuesto con clics, no tipeando cada línea de nuevo.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5074920" cy="3657600"/>
          </a:xfrm>
          <a:prstGeom prst="roundRect">
            <a:avLst>
              <a:gd name="adj" fmla="val 2500"/>
            </a:avLst>
          </a:prstGeom>
          <a:solidFill>
            <a:srgbClr val="232E3F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4231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ítems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Guardás tus propios ítems y precios frecuentes. Un clic los suma al presupuesto activo, sin volver a cargarlos.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4114800"/>
            <a:ext cx="128016" cy="12801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40233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rápida por nombre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120" y="4572000"/>
            <a:ext cx="128016" cy="12801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4480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y unidad ya cargados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60120" y="5029200"/>
            <a:ext cx="128016" cy="12801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4" name="Text 11"/>
          <p:cNvSpPr/>
          <p:nvPr/>
        </p:nvSpPr>
        <p:spPr>
          <a:xfrm>
            <a:off x="1234440" y="49377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para agregar al presupuesto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80760" y="2148840"/>
            <a:ext cx="5074920" cy="3657600"/>
          </a:xfrm>
          <a:prstGeom prst="roundRect">
            <a:avLst>
              <a:gd name="adj" fmla="val 2500"/>
            </a:avLst>
          </a:prstGeom>
          <a:solidFill>
            <a:srgbClr val="232E3F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24231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Combos de tareas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400800" y="292608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de tareas que se repiten, como “instalación de tablero completo”, listos para sumar en un paso.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0" y="4114800"/>
            <a:ext cx="128016" cy="12801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9" name="Text 16"/>
          <p:cNvSpPr/>
          <p:nvPr/>
        </p:nvSpPr>
        <p:spPr>
          <a:xfrm>
            <a:off x="6675120" y="40233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varios ítems en un paquete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0" y="4572000"/>
            <a:ext cx="128016" cy="12801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21" name="Text 18"/>
          <p:cNvSpPr/>
          <p:nvPr/>
        </p:nvSpPr>
        <p:spPr>
          <a:xfrm>
            <a:off x="6675120" y="4480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 completo con un clic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0" y="5029200"/>
            <a:ext cx="128016" cy="12801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23" name="Text 20"/>
          <p:cNvSpPr/>
          <p:nvPr/>
        </p:nvSpPr>
        <p:spPr>
          <a:xfrm>
            <a:off x="6675120" y="49377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trabajos que se repiten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3" name="Image 0" descr="/home/claude/pptx/icon_dollar_FFC1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738835"/>
            <a:ext cx="351130" cy="3511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automático y multi-moneda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463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Sabés al instante si el presupuesto conviene, en la moneda que pida el cliente.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3246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3774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Subtotal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ítems y combos cargados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06240" y="2148840"/>
            <a:ext cx="3246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434840" y="23774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Recargos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434840" y="29260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aplicados sobre el subtotal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0" y="2148840"/>
            <a:ext cx="3246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01000" y="23774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Margen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001000" y="29260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visible antes de enviar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411480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1B2430"/>
          </a:solidFill>
          <a:ln/>
        </p:spPr>
      </p:sp>
      <p:sp>
        <p:nvSpPr>
          <p:cNvPr id="16" name="Shape 13"/>
          <p:cNvSpPr/>
          <p:nvPr/>
        </p:nvSpPr>
        <p:spPr>
          <a:xfrm>
            <a:off x="914400" y="4325112"/>
            <a:ext cx="914400" cy="914400"/>
          </a:xfrm>
          <a:prstGeom prst="ellipse">
            <a:avLst/>
          </a:prstGeom>
          <a:solidFill>
            <a:srgbClr val="FFC107"/>
          </a:solidFill>
          <a:ln/>
        </p:spPr>
      </p:sp>
      <p:pic>
        <p:nvPicPr>
          <p:cNvPr id="17" name="Image 1" descr="/home/claude/pptx/icon_layers_1B24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4562856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057400" y="429768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Multi-moneda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057400" y="466344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Mostrás el mismo presupuesto en distintas monedas sin rehacerlo de nuevo, ideal para clientes que cotizan en dólares u otra referencia.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FFC107"/>
          </a:solidFill>
          <a:ln/>
        </p:spPr>
      </p:sp>
      <p:pic>
        <p:nvPicPr>
          <p:cNvPr id="3" name="Image 0" descr="/home/claude/pptx/icon_users_1B24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738835"/>
            <a:ext cx="351130" cy="3511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clientes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Cargás cada cliente una vez y lo reusás en el próximo presupuesto.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5577840" cy="685800"/>
          </a:xfrm>
          <a:prstGeom prst="roundRect">
            <a:avLst>
              <a:gd name="adj" fmla="val 10667"/>
            </a:avLst>
          </a:prstGeom>
          <a:solidFill>
            <a:srgbClr val="232E3F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2633472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237744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con datos de contacto guardada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5577840" cy="685800"/>
          </a:xfrm>
          <a:prstGeom prst="roundRect">
            <a:avLst>
              <a:gd name="adj" fmla="val 10667"/>
            </a:avLst>
          </a:prstGeom>
          <a:solidFill>
            <a:srgbClr val="232E3F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502152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2461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presupuestos por cliente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4114800"/>
            <a:ext cx="5577840" cy="685800"/>
          </a:xfrm>
          <a:prstGeom prst="roundRect">
            <a:avLst>
              <a:gd name="adj" fmla="val 10667"/>
            </a:avLst>
          </a:prstGeom>
          <a:solidFill>
            <a:srgbClr val="232E3F"/>
          </a:solidFill>
          <a:ln/>
        </p:spPr>
      </p:sp>
      <p:sp>
        <p:nvSpPr>
          <p:cNvPr id="13" name="Shape 10"/>
          <p:cNvSpPr/>
          <p:nvPr/>
        </p:nvSpPr>
        <p:spPr>
          <a:xfrm>
            <a:off x="868680" y="4370832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411480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Reutilizás los datos con un clic, sin tipear de nuevo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675120" y="2286000"/>
            <a:ext cx="4846320" cy="3291840"/>
          </a:xfrm>
          <a:prstGeom prst="roundRect">
            <a:avLst>
              <a:gd name="adj" fmla="val 3333"/>
            </a:avLst>
          </a:prstGeom>
          <a:solidFill>
            <a:srgbClr val="232E3F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95160" y="2606040"/>
            <a:ext cx="548640" cy="54864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7" name="Text 14"/>
          <p:cNvSpPr/>
          <p:nvPr/>
        </p:nvSpPr>
        <p:spPr>
          <a:xfrm>
            <a:off x="7680960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680960" y="28529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contacto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995160" y="3429000"/>
            <a:ext cx="4206240" cy="0"/>
          </a:xfrm>
          <a:prstGeom prst="line">
            <a:avLst/>
          </a:prstGeom>
          <a:noFill/>
          <a:ln w="12700">
            <a:solidFill>
              <a:srgbClr val="3A465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95160" y="3657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#032 · Pendiente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995160" y="4160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#027 · Aceptado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995160" y="4663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#019 · Vencido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3" name="Image 0" descr="/home/claude/pptx/icon_share_FFC1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738835"/>
            <a:ext cx="351130" cy="3511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Exportación y seguimiento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presupuesto terminado al cliente, sin pasos manuales extra.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943100" y="2606040"/>
            <a:ext cx="822960" cy="82296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8" name="Image 1" descr="/home/claude/pptx/icon_filetext_FFC1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070" y="2820010"/>
            <a:ext cx="395021" cy="3950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3657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 PNG con tu marca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914400" y="41148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Exportás el presupuesto con tus colores y datos, listo para enviar.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61688" y="228600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64708" y="2606040"/>
            <a:ext cx="822960" cy="82296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3" name="Image 2" descr="/home/claude/pptx/icon_share_FFC1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678" y="2820010"/>
            <a:ext cx="395021" cy="39502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90288" y="3657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directo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636008" y="41148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compartís al instante por WhatsApp, sin descargar y volver a subir.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83296" y="228600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386316" y="2606040"/>
            <a:ext cx="822960" cy="82296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8" name="Image 3" descr="/home/claude/pptx/icon_clock_FFC1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0286" y="2820010"/>
            <a:ext cx="395021" cy="3950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11896" y="3657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con estado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8357616" y="41148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guardado como pendiente, aceptado o vencido para hacer seguimiento.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FFC107"/>
          </a:solidFill>
          <a:ln/>
        </p:spPr>
      </p:sp>
      <p:pic>
        <p:nvPicPr>
          <p:cNvPr id="3" name="Image 0" descr="/home/claude/pptx/icon_monitor_1B24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738835"/>
            <a:ext cx="351130" cy="3511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en un solo archivo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463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JS y CSS puro, sin servidor ni instalación.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32E3F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2532888"/>
            <a:ext cx="457200" cy="45720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8" name="Image 1" descr="/home/claude/pptx/icon_check_FFC1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65176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3774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Abrís el archivo y funciona, en el celular o la compu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3310128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32E3F"/>
          </a:solidFill>
          <a:ln/>
        </p:spPr>
      </p:sp>
      <p:sp>
        <p:nvSpPr>
          <p:cNvPr id="11" name="Shape 7"/>
          <p:cNvSpPr/>
          <p:nvPr/>
        </p:nvSpPr>
        <p:spPr>
          <a:xfrm>
            <a:off x="868680" y="3465576"/>
            <a:ext cx="457200" cy="45720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2" name="Image 2" descr="/home/claude/pptx/icon_check_FFC1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584448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31012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todo con localStorage, sin depender de internet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40080" y="4242816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32E3F"/>
          </a:solidFill>
          <a:ln/>
        </p:spPr>
      </p:sp>
      <p:sp>
        <p:nvSpPr>
          <p:cNvPr id="15" name="Shape 10"/>
          <p:cNvSpPr/>
          <p:nvPr/>
        </p:nvSpPr>
        <p:spPr>
          <a:xfrm>
            <a:off x="868680" y="4398264"/>
            <a:ext cx="457200" cy="45720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6" name="Image 3" descr="/home/claude/pptx/icon_check_FFC1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517136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08760" y="424281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costos de hosting ni mantenimiento de servidor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40080" y="5175504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32E3F"/>
          </a:solidFill>
          <a:ln/>
        </p:spPr>
      </p:sp>
      <p:sp>
        <p:nvSpPr>
          <p:cNvPr id="19" name="Shape 13"/>
          <p:cNvSpPr/>
          <p:nvPr/>
        </p:nvSpPr>
        <p:spPr>
          <a:xfrm>
            <a:off x="868680" y="5330952"/>
            <a:ext cx="457200" cy="45720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20" name="Image 4" descr="/home/claude/pptx/icon_check_FFC1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449824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08760" y="5175504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datos y los de tus clientes quedan en tu propio dispositivo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232E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horas a minutos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manual, lento y propenso a errores se convierte en algo de minutos, con los precios de mano de obra siempre actualizados.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232E3F"/>
          </a:solidFill>
          <a:ln/>
        </p:spPr>
      </p:sp>
      <p:pic>
        <p:nvPicPr>
          <p:cNvPr id="6" name="Image 0" descr="/home/claude/pptx/icon_percent_FFC1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29653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8072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AAIERIC actualizados por porcentaje, cada mes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232E3F"/>
          </a:solidFill>
          <a:ln/>
        </p:spPr>
      </p:sp>
      <p:pic>
        <p:nvPicPr>
          <p:cNvPr id="9" name="Image 1" descr="/home/claude/pptx/icon_layers_FFC1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65119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Presupuestos armados con catálogo y combos reutilizables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232E3F"/>
          </a:solidFill>
          <a:ln/>
        </p:spPr>
      </p:sp>
      <p:pic>
        <p:nvPicPr>
          <p:cNvPr id="12" name="Image 2" descr="/home/claude/pptx/icon_dollar_FFC1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" y="433699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4178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y multi-moneda calculados al instante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232E3F"/>
          </a:solidFill>
          <a:ln/>
        </p:spPr>
      </p:sp>
      <p:pic>
        <p:nvPicPr>
          <p:cNvPr id="15" name="Image 3" descr="/home/claude/pptx/icon_share_FFC1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9" y="5022799"/>
            <a:ext cx="241402" cy="24140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48646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y envío por WhatsApp en un paso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Presupuestos</a:t>
            </a:r>
            <a:r>
              <a:rPr lang="en-US" sz="12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200" i="1" dirty="0" err="1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Electricistas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685</Words>
  <Application>Microsoft Office PowerPoint</Application>
  <PresentationFormat>Panorámica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Matias Mendilaharzu</cp:lastModifiedBy>
  <cp:revision>3</cp:revision>
  <dcterms:created xsi:type="dcterms:W3CDTF">2026-08-17T17:54:58Z</dcterms:created>
  <dcterms:modified xsi:type="dcterms:W3CDTF">2026-08-17T18:51:48Z</dcterms:modified>
</cp:coreProperties>
</file>